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524000" y="717756"/>
            <a:ext cx="9144000" cy="2153264"/>
          </a:xfrm>
        </p:spPr>
        <p:txBody>
          <a:bodyPr/>
          <a:lstStyle/>
          <a:p>
            <a:r>
              <a:rPr lang="en-US" dirty="0"/>
              <a:t>UNIVERSITY GRADE &amp; ATTENDANCE TRACKER </a:t>
            </a:r>
            <a:endParaRPr lang="en-IN" dirty="0"/>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US" dirty="0"/>
              <a:t>B.Bhavya Sarika – 2620030233</a:t>
            </a:r>
            <a:br>
              <a:rPr lang="en-US" dirty="0"/>
            </a:br>
            <a:r>
              <a:rPr lang="en-US" dirty="0" err="1"/>
              <a:t>J.Gayathri</a:t>
            </a:r>
            <a:r>
              <a:rPr lang="en-US" dirty="0"/>
              <a:t> - 2620030290</a:t>
            </a:r>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
        <p:nvSpPr>
          <p:cNvPr id="4" name="TextBox 3">
            <a:extLst>
              <a:ext uri="{FF2B5EF4-FFF2-40B4-BE49-F238E27FC236}">
                <a16:creationId xmlns:a16="http://schemas.microsoft.com/office/drawing/2014/main" id="{270D4FFA-020C-6C30-1080-576820A89526}"/>
              </a:ext>
            </a:extLst>
          </p:cNvPr>
          <p:cNvSpPr txBox="1"/>
          <p:nvPr/>
        </p:nvSpPr>
        <p:spPr>
          <a:xfrm>
            <a:off x="4945626" y="3097161"/>
            <a:ext cx="1750142" cy="369332"/>
          </a:xfrm>
          <a:prstGeom prst="rect">
            <a:avLst/>
          </a:prstGeom>
          <a:noFill/>
        </p:spPr>
        <p:txBody>
          <a:bodyPr wrap="square" rtlCol="0">
            <a:spAutoFit/>
          </a:bodyPr>
          <a:lstStyle/>
          <a:p>
            <a:r>
              <a:rPr lang="en-US" dirty="0"/>
              <a:t>Team No :- 19</a:t>
            </a:r>
            <a:endParaRPr lang="en-IN" dirty="0"/>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1184786" y="1406013"/>
            <a:ext cx="10515600" cy="2290916"/>
          </a:xfrm>
        </p:spPr>
        <p:txBody>
          <a:bodyPr>
            <a:normAutofit/>
          </a:bodyPr>
          <a:lstStyle/>
          <a:p>
            <a:pPr marL="0" indent="0">
              <a:buNone/>
            </a:pPr>
            <a:r>
              <a:rPr lang="en-IN" dirty="0"/>
              <a:t>The University Grade and Attendance Tracker is a Java-based application used to manage student marks, grades, and attendance. It helps maintain student records, calculate grades, and display academic performance reports efficiently.</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a:xfrm>
            <a:off x="1440426" y="1445341"/>
            <a:ext cx="10515600" cy="2251587"/>
          </a:xfrm>
        </p:spPr>
        <p:txBody>
          <a:bodyPr/>
          <a:lstStyle/>
          <a:p>
            <a:pPr marL="0" indent="0">
              <a:buNone/>
            </a:pPr>
            <a:r>
              <a:rPr lang="en-IN" dirty="0"/>
              <a:t>Managing student marks and attendance manually is time-consuming and may lead to errors. This project provides a simple system to store student details, calculate grades, check attendance, and display student records accurately.</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rPr lang="en-IN" dirty="0"/>
              <a:t>CO 1 – From Problem to problem</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a:xfrm>
            <a:off x="1229032" y="1347019"/>
            <a:ext cx="10124768" cy="1818968"/>
          </a:xfrm>
        </p:spPr>
        <p:txBody>
          <a:bodyPr/>
          <a:lstStyle/>
          <a:p>
            <a:pPr marL="0" indent="0">
              <a:buNone/>
            </a:pPr>
            <a:r>
              <a:rPr lang="en-IN" dirty="0"/>
              <a:t>This project uses Java variables, data types, operators, and input/output statements to collect and process student details. The problem is divided into smaller tasks to make the program simple and easy to understand.</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r>
              <a:rPr lang="en-IN" dirty="0"/>
              <a:t>Co 2– Control Flow: Selection and Iteration</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a:xfrm>
            <a:off x="1504334" y="1504335"/>
            <a:ext cx="9849465" cy="1799304"/>
          </a:xfrm>
        </p:spPr>
        <p:txBody>
          <a:bodyPr/>
          <a:lstStyle/>
          <a:p>
            <a:pPr marL="0" indent="0">
              <a:buNone/>
            </a:pPr>
            <a:r>
              <a:rPr lang="en-IN" dirty="0"/>
              <a:t>The program uses if-else statements to calculate grades and check attendance eligibility. switch statements provide menu options, while loops help process multiple student records.</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rPr lang="en-IN" dirty="0"/>
              <a:t>CO 3– Methods, Recursion and Arrays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a:xfrm>
            <a:off x="1248696" y="1366683"/>
            <a:ext cx="10105103" cy="2062317"/>
          </a:xfrm>
        </p:spPr>
        <p:txBody>
          <a:bodyPr/>
          <a:lstStyle/>
          <a:p>
            <a:pPr marL="0" indent="0">
              <a:buNone/>
            </a:pPr>
            <a:r>
              <a:rPr lang="en-IN" dirty="0"/>
              <a:t>Methods are used to calculate grades and display student details. Arrays can store marks and attendance values, while loops help process the data. Recursion can be used for repeated operations, although it is not necessary for the basic application.</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6</a:t>
            </a:fld>
            <a:endParaRPr lang="en-IN"/>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a:xfrm>
            <a:off x="838200" y="365125"/>
            <a:ext cx="8659761" cy="1056259"/>
          </a:xfrm>
        </p:spPr>
        <p:txBody>
          <a:bodyPr>
            <a:normAutofit fontScale="90000"/>
          </a:bodyPr>
          <a:lstStyle/>
          <a:p>
            <a:r>
              <a:rPr lang="en-IN" dirty="0"/>
              <a:t>CO 4– Object-Oriented Design and Exceptions</a:t>
            </a:r>
          </a:p>
        </p:txBody>
      </p:sp>
      <p:sp>
        <p:nvSpPr>
          <p:cNvPr id="3" name="Content Placeholder 2">
            <a:extLst>
              <a:ext uri="{FF2B5EF4-FFF2-40B4-BE49-F238E27FC236}">
                <a16:creationId xmlns:a16="http://schemas.microsoft.com/office/drawing/2014/main" id="{44C763C4-B644-2CBF-4AE1-87632858C4E5}"/>
              </a:ext>
            </a:extLst>
          </p:cNvPr>
          <p:cNvSpPr>
            <a:spLocks noGrp="1"/>
          </p:cNvSpPr>
          <p:nvPr>
            <p:ph idx="1"/>
          </p:nvPr>
        </p:nvSpPr>
        <p:spPr>
          <a:xfrm>
            <a:off x="2025444" y="1592826"/>
            <a:ext cx="9328355" cy="2261419"/>
          </a:xfrm>
        </p:spPr>
        <p:txBody>
          <a:bodyPr>
            <a:normAutofit/>
          </a:bodyPr>
          <a:lstStyle/>
          <a:p>
            <a:pPr marL="0" indent="0">
              <a:buNone/>
            </a:pPr>
            <a:r>
              <a:rPr lang="en-IN" dirty="0"/>
              <a:t>The project uses classes and objects to represent students. Constructors initialize student details, and encapsulation helps organize data. Exception handling using try-catch manages errors during input and processing.</a:t>
            </a:r>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7</a:t>
            </a:fld>
            <a:endParaRPr lang="en-IN"/>
          </a:p>
        </p:txBody>
      </p:sp>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p:txBody>
          <a:bodyPr/>
          <a:lstStyle/>
          <a:p>
            <a:r>
              <a:rPr lang="en-IN" dirty="0"/>
              <a:t>CO 5– Strings, Algorithms and File I/O</a:t>
            </a:r>
          </a:p>
        </p:txBody>
      </p:sp>
      <p:sp>
        <p:nvSpPr>
          <p:cNvPr id="3" name="Content Placeholder 2">
            <a:extLst>
              <a:ext uri="{FF2B5EF4-FFF2-40B4-BE49-F238E27FC236}">
                <a16:creationId xmlns:a16="http://schemas.microsoft.com/office/drawing/2014/main" id="{AC22B8C9-B5A8-6FD1-7D16-20BF4FBD74F4}"/>
              </a:ext>
            </a:extLst>
          </p:cNvPr>
          <p:cNvSpPr>
            <a:spLocks noGrp="1"/>
          </p:cNvSpPr>
          <p:nvPr>
            <p:ph idx="1"/>
          </p:nvPr>
        </p:nvSpPr>
        <p:spPr>
          <a:xfrm>
            <a:off x="838200" y="1435511"/>
            <a:ext cx="10515600" cy="4345858"/>
          </a:xfrm>
        </p:spPr>
        <p:txBody>
          <a:bodyPr/>
          <a:lstStyle/>
          <a:p>
            <a:pPr marL="0" indent="0">
              <a:buNone/>
            </a:pPr>
            <a:r>
              <a:rPr lang="en-IN" dirty="0"/>
              <a:t>Strings are used to store student names and other text information. Searching and sorting algorithms help find and organize student records. File input/output allows student details to be saved and retrieved for future use.</a:t>
            </a:r>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8</a:t>
            </a:fld>
            <a:endParaRPr lang="en-IN"/>
          </a:p>
        </p:txBody>
      </p:sp>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p:txBody>
          <a:bodyPr/>
          <a:lstStyle/>
          <a:p>
            <a:r>
              <a:rPr lang="en-IN" dirty="0"/>
              <a:t>CO 6 – Collections, Lambdas and Streams</a:t>
            </a:r>
          </a:p>
        </p:txBody>
      </p:sp>
      <p:sp>
        <p:nvSpPr>
          <p:cNvPr id="3" name="Content Placeholder 2">
            <a:extLst>
              <a:ext uri="{FF2B5EF4-FFF2-40B4-BE49-F238E27FC236}">
                <a16:creationId xmlns:a16="http://schemas.microsoft.com/office/drawing/2014/main" id="{4D1AB529-5F96-F28F-CD50-8BFE419EE30E}"/>
              </a:ext>
            </a:extLst>
          </p:cNvPr>
          <p:cNvSpPr>
            <a:spLocks noGrp="1"/>
          </p:cNvSpPr>
          <p:nvPr>
            <p:ph idx="1"/>
          </p:nvPr>
        </p:nvSpPr>
        <p:spPr>
          <a:xfrm>
            <a:off x="838200" y="1455174"/>
            <a:ext cx="10515600" cy="4721789"/>
          </a:xfrm>
        </p:spPr>
        <p:txBody>
          <a:bodyPr/>
          <a:lstStyle/>
          <a:p>
            <a:pPr marL="0" indent="0">
              <a:buNone/>
            </a:pPr>
            <a:r>
              <a:rPr lang="en-IN" dirty="0"/>
              <a:t>The </a:t>
            </a:r>
            <a:r>
              <a:rPr lang="en-IN" dirty="0" err="1"/>
              <a:t>ArrayList</a:t>
            </a:r>
            <a:r>
              <a:rPr lang="en-IN" dirty="0"/>
              <a:t> collection stores multiple student records dynamically. Lambda expressions can simplify sorting, while streams can filter students according to marks, grades, or attendance percentage</a:t>
            </a:r>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fld id="{CB012AB6-14AF-4351-87AD-D420B05274E1}" type="slidenum">
              <a:rPr lang="en-IN" smtClean="0"/>
              <a:t>9</a:t>
            </a:fld>
            <a:endParaRPr lang="en-IN"/>
          </a:p>
        </p:txBody>
      </p:sp>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E2A290F1-736B-3136-6FB3-89FC4E638D92}"/>
              </a:ext>
            </a:extLst>
          </p:cNvPr>
          <p:cNvSpPr>
            <a:spLocks noGrp="1"/>
          </p:cNvSpPr>
          <p:nvPr>
            <p:ph idx="1"/>
          </p:nvPr>
        </p:nvSpPr>
        <p:spPr>
          <a:xfrm>
            <a:off x="1425677" y="1366684"/>
            <a:ext cx="9928123" cy="3234813"/>
          </a:xfrm>
        </p:spPr>
        <p:txBody>
          <a:bodyPr>
            <a:normAutofit/>
          </a:bodyPr>
          <a:lstStyle/>
          <a:p>
            <a:pPr marL="0" indent="0">
              <a:buNone/>
            </a:pPr>
            <a:r>
              <a:rPr lang="en-IN" dirty="0"/>
              <a:t>The University Grade and Attendance Tracker simplifies student record management by organizing marks, grades, and attendance in one application. It saves time, improves accuracy, and helps monitor academic performance. Future improvements may include a graphical interface and database integration.</a:t>
            </a:r>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10</a:t>
            </a:fld>
            <a:endParaRPr lang="en-IN"/>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p:txBody>
          <a:bodyPr/>
          <a:lstStyle/>
          <a:p>
            <a:r>
              <a:rPr lang="en-IN"/>
              <a:t>Screen Shots</a:t>
            </a:r>
            <a:endParaRPr lang="en-IN" dirty="0"/>
          </a:p>
        </p:txBody>
      </p:sp>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13" name="Content Placeholder 12">
            <a:extLst>
              <a:ext uri="{FF2B5EF4-FFF2-40B4-BE49-F238E27FC236}">
                <a16:creationId xmlns:a16="http://schemas.microsoft.com/office/drawing/2014/main" id="{C4E77A5B-AF59-3D65-066A-B456495483A4}"/>
              </a:ext>
            </a:extLst>
          </p:cNvPr>
          <p:cNvPicPr>
            <a:picLocks noGrp="1" noChangeAspect="1"/>
          </p:cNvPicPr>
          <p:nvPr>
            <p:ph idx="1"/>
          </p:nvPr>
        </p:nvPicPr>
        <p:blipFill>
          <a:blip r:embed="rId2"/>
          <a:stretch>
            <a:fillRect/>
          </a:stretch>
        </p:blipFill>
        <p:spPr>
          <a:xfrm>
            <a:off x="1199534" y="1337188"/>
            <a:ext cx="10412363" cy="4493342"/>
          </a:xfrm>
          <a:prstGeom prst="rect">
            <a:avLst/>
          </a:prstGeom>
        </p:spPr>
      </p:pic>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16-10-2026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12</a:t>
            </a:fld>
            <a:endParaRPr lang="en-IN"/>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440</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UNIVERSITY GRADE &amp; ATTENDANCE TRACKER </vt:lpstr>
      <vt:lpstr>Abstract</vt:lpstr>
      <vt:lpstr>Understanding Problem Statement</vt:lpstr>
      <vt:lpstr>CO 1 – From Problem to problem</vt:lpstr>
      <vt:lpstr>Co 2– Control Flow: Selection and Iteration</vt:lpstr>
      <vt:lpstr>CO 3– Methods, Recursion and Arrays</vt:lpstr>
      <vt:lpstr>CO 4– Object-Oriented Design and Exceptions</vt:lpstr>
      <vt:lpstr>CO 5– Strings, Algorithms and File I/O</vt:lpstr>
      <vt:lpstr>CO 6 – Collections, Lambdas and Streams</vt:lpstr>
      <vt:lpstr>Conclusion</vt:lpstr>
      <vt:lpstr>Screen Shots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sarikachowdary25@outlook.com</cp:lastModifiedBy>
  <cp:revision>3</cp:revision>
  <dcterms:created xsi:type="dcterms:W3CDTF">2026-09-15T09:57:10Z</dcterms:created>
  <dcterms:modified xsi:type="dcterms:W3CDTF">2026-10-16T04:31:44Z</dcterms:modified>
</cp:coreProperties>
</file>